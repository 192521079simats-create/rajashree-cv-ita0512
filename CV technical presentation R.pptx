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E9C496-D1B2-7642-A393-CD23CA51968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8958CF-4ECF-1147-BB4D-63FBC9F11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802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png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7.png" /><Relationship Id="rId5" Type="http://schemas.openxmlformats.org/officeDocument/2006/relationships/image" Target="../media/image6.png" /><Relationship Id="rId4" Type="http://schemas.openxmlformats.org/officeDocument/2006/relationships/image" Target="../media/image5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7" Type="http://schemas.openxmlformats.org/officeDocument/2006/relationships/image" Target="../media/image10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9.png" /><Relationship Id="rId5" Type="http://schemas.openxmlformats.org/officeDocument/2006/relationships/image" Target="../media/image6.png" /><Relationship Id="rId4" Type="http://schemas.openxmlformats.org/officeDocument/2006/relationships/image" Target="../media/image8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5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cv_ppt_health/icon_stethosc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1074420"/>
            <a:ext cx="544830" cy="5448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057400" y="82296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4"/>
          <p:cNvSpPr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COMPUTER VISION IN HEALTHCARE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214439" y="3209544"/>
            <a:ext cx="103584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i="1" dirty="0">
                <a:solidFill>
                  <a:srgbClr val="52B6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Teaching Machines to Read X-Rays, Scans, and Save Lives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822960" y="4114800"/>
            <a:ext cx="329184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FE8E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ITA0512 — Computer Vision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99849" y="5283898"/>
            <a:ext cx="372094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Name: 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Rajashree 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03421" y="5680710"/>
            <a:ext cx="539257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 No: 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192521079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5780" y="52578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Vision in Healthcare?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C7A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 systems that "read" medical images the way radiologists and pathologists do — only faster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25780" y="1755905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cv_ppt_health/icon_userM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2402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48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2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Diagnosis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31984" y="2971800"/>
            <a:ext cx="396005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Radiologists and pathologists manually examine X-rays, MRIs, CT scans, and tissue slides — a process that is accurate but time-consuming and dependent on individual experience and fatigue levels.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68680" y="4520207"/>
            <a:ext cx="4572000" cy="600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Relies on: Expert training + years of visual experience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68680" y="5185143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Limitation: Slower at scale; subject to human fatigue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355080" y="173736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75120" y="20574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/home/claude/cv_ppt_health/icon_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712" y="222199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89520" y="2148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2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Diagnosis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6675120" y="30175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Deep learning models trained on millions of labeled scans detect patterns — tumors, fractures, lesions — often in seconds, flagging cases for clinician review and confirmation.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675120" y="4663440"/>
            <a:ext cx="4892040" cy="230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Relies on: Large annotated medical imaging datasets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675120" y="5074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Limitation: Needs clinical validation and human oversight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Applications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C7A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Where computer vision is already reading medical images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139485"/>
              </p:ext>
            </p:extLst>
          </p:nvPr>
        </p:nvGraphicFramePr>
        <p:xfrm>
          <a:off x="685799" y="1645920"/>
          <a:ext cx="10752289" cy="4237889"/>
        </p:xfrm>
        <a:graphic>
          <a:graphicData uri="http://schemas.openxmlformats.org/drawingml/2006/table">
            <a:tbl>
              <a:tblPr/>
              <a:tblGrid>
                <a:gridCol w="2127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66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8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3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Imaging Type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What Computer Vision Does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Clinical Impact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2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1253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X-Ray Imaging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Detects fractures, pneumonia, and tuberculosis using CNN classifiers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Faster triage in emergency rooms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2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1253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MRI Analysis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Segments tumors and tracks brain or organ volume changes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Helps monitor disease progression over time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2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1253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CT Scans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Identifies lung nodules, hemorrhages, and organ abnormalities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Supports early cancer and stroke detection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2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1253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Retinal Imaging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Screens for diabetic retinopathy and glaucoma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Enables mass screening in low-resource areas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32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1253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Histopathology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Detects cancerous cells in digitized tissue slides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Reduces pathologist workload and turnaround time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32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1253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Dermatology Imaging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Classifies skin lesions as benign or malignant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Improves early melanoma detection rates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sz="3000" b="1" dirty="0"/>
              <a:t>IMPACT IN HEALTH CARE </a:t>
            </a:r>
            <a:endParaRPr lang="en-US" sz="3000" b="1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C7A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measurable benefits of AI-assisted medical imaging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98598" cy="4206240"/>
          </a:xfrm>
          <a:prstGeom prst="roundRect">
            <a:avLst>
              <a:gd name="adj" fmla="val 439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09319" y="2194560"/>
            <a:ext cx="777240" cy="777240"/>
          </a:xfrm>
          <a:prstGeom prst="ellipse">
            <a:avLst/>
          </a:prstGeom>
          <a:solidFill>
            <a:srgbClr val="52B69A"/>
          </a:solidFill>
          <a:ln/>
        </p:spPr>
      </p:sp>
      <p:pic>
        <p:nvPicPr>
          <p:cNvPr id="6" name="Image 0" descr="/home/claude/cv_ppt_health/icon_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629" y="238887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00400"/>
            <a:ext cx="21328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1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&amp; Efficiency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31520" y="3886200"/>
            <a:ext cx="21328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Scans that once took hours to review can be flagged and prioritized in seconds.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412998" y="1828800"/>
            <a:ext cx="2498598" cy="4206240"/>
          </a:xfrm>
          <a:prstGeom prst="roundRect">
            <a:avLst>
              <a:gd name="adj" fmla="val 439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73677" y="2194560"/>
            <a:ext cx="777240" cy="777240"/>
          </a:xfrm>
          <a:prstGeom prst="ellipse">
            <a:avLst/>
          </a:prstGeom>
          <a:solidFill>
            <a:srgbClr val="52B69A"/>
          </a:solidFill>
          <a:ln/>
        </p:spPr>
      </p:sp>
      <p:pic>
        <p:nvPicPr>
          <p:cNvPr id="11" name="Image 1" descr="/home/claude/cv_ppt_health/icon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987" y="238887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5878" y="3200400"/>
            <a:ext cx="21328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1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&amp; Accuracy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3595878" y="3886200"/>
            <a:ext cx="21328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Reduces fatigue-related errors and standardizes readings across clinicians.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277356" y="1828800"/>
            <a:ext cx="2498598" cy="4206240"/>
          </a:xfrm>
          <a:prstGeom prst="roundRect">
            <a:avLst>
              <a:gd name="adj" fmla="val 439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8035" y="2194560"/>
            <a:ext cx="777240" cy="777240"/>
          </a:xfrm>
          <a:prstGeom prst="ellipse">
            <a:avLst/>
          </a:prstGeom>
          <a:solidFill>
            <a:srgbClr val="52B69A"/>
          </a:solidFill>
          <a:ln/>
        </p:spPr>
      </p:sp>
      <p:pic>
        <p:nvPicPr>
          <p:cNvPr id="16" name="Image 2" descr="/home/claude/cv_ppt_health/icon_activ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2345" y="238887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60236" y="3200400"/>
            <a:ext cx="21328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1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</a:t>
            </a: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6460236" y="3886200"/>
            <a:ext cx="21328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Surfaces subtle patterns and micro-anomalies invisible to the naked eye.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9141714" y="1828800"/>
            <a:ext cx="2498598" cy="4206240"/>
          </a:xfrm>
          <a:prstGeom prst="roundRect">
            <a:avLst>
              <a:gd name="adj" fmla="val 439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02393" y="2194560"/>
            <a:ext cx="777240" cy="777240"/>
          </a:xfrm>
          <a:prstGeom prst="ellipse">
            <a:avLst/>
          </a:prstGeom>
          <a:solidFill>
            <a:srgbClr val="52B69A"/>
          </a:solidFill>
          <a:ln/>
        </p:spPr>
      </p:sp>
      <p:pic>
        <p:nvPicPr>
          <p:cNvPr id="21" name="Image 3" descr="/home/claude/cv_ppt_health/icon_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6703" y="2388870"/>
            <a:ext cx="388620" cy="3886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4594" y="3200400"/>
            <a:ext cx="21328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1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Accessibility</a:t>
            </a: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9324594" y="3886200"/>
            <a:ext cx="21328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Brings expert-level screening to remote and underserved communities.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25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5120640"/>
            <a:ext cx="3108960" cy="3108960"/>
          </a:xfrm>
          <a:prstGeom prst="ellipse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Studies &amp; The Road Ahead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2B6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 deployments today — and the hurdles still ahead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52B6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REAL-WORLD CASE STUDIES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cv_ppt_health/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2153412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9933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Google DeepMind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280160" y="23042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8E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Detects 50+ eye diseases from retinal OCT scans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48640" y="29260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cv_ppt_health/icon_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306781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9077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IBM Watson Health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280160" y="32186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8E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Assists oncologists with treatment recommendations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/home/claude/cv_ppt_health/icon_activ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3982212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8221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Aidoc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1293876" y="42565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8E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Flags stroke and hemorrhage cases in CT scans in real time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548640" y="48463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3" descr="/home/claude/cv_ppt_health/icon_microscop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" y="4973281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0160" y="480974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PathAI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1280160" y="513435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8E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Supports pathologists in digital cancer diagnosis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6309360" y="1600200"/>
            <a:ext cx="530352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6629400" y="1920240"/>
            <a:ext cx="685800" cy="685800"/>
          </a:xfrm>
          <a:prstGeom prst="ellipse">
            <a:avLst/>
          </a:prstGeom>
          <a:solidFill>
            <a:srgbClr val="52B69A"/>
          </a:solidFill>
          <a:ln/>
        </p:spPr>
      </p:sp>
      <p:pic>
        <p:nvPicPr>
          <p:cNvPr id="24" name="Image 4" descr="/home/claude/cv_ppt_health/icon_alertTriang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0850" y="2091690"/>
            <a:ext cx="342900" cy="3429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498080" y="2011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2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Conclusion</a:t>
            </a:r>
            <a:endParaRPr lang="en-US" sz="2000" dirty="0"/>
          </a:p>
        </p:txBody>
      </p:sp>
      <p:sp>
        <p:nvSpPr>
          <p:cNvPr id="26" name="Text 19"/>
          <p:cNvSpPr/>
          <p:nvPr/>
        </p:nvSpPr>
        <p:spPr>
          <a:xfrm>
            <a:off x="6629400" y="27432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Regulatory approval, patient data privacy, and bias in training datasets remain real hurdles before these tools can be trusted at scale.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0"/>
          <p:cNvSpPr/>
          <p:nvPr/>
        </p:nvSpPr>
        <p:spPr>
          <a:xfrm>
            <a:off x="6629400" y="3977640"/>
            <a:ext cx="4663440" cy="0"/>
          </a:xfrm>
          <a:prstGeom prst="line">
            <a:avLst/>
          </a:prstGeom>
          <a:noFill/>
          <a:ln w="12700">
            <a:solidFill>
              <a:srgbClr val="DCE8E7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6629400" y="416052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00" b="1" i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goal isn't replacing doctors — it's giving them a tireless second pair of eyes, so care reaches more people, sooner.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5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389120" cy="4389120"/>
          </a:xfrm>
          <a:prstGeom prst="ellipse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4206240" cy="42062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41264" y="1965960"/>
            <a:ext cx="1097280" cy="10972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cv_ppt_health/icon_stethosc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584" y="22402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246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52B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in Healthcare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Rajashree S</a:t>
            </a:r>
            <a:r>
              <a:rPr lang="en-US" sz="1300" dirty="0">
                <a:solidFill>
                  <a:srgbClr val="CF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Reg No: 192521079   |   ITA0512 — Computer Vision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459</Words>
  <Application>Microsoft Office PowerPoint</Application>
  <PresentationFormat>Widescreen</PresentationFormat>
  <Paragraphs>71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rajashree sundar</cp:lastModifiedBy>
  <cp:revision>8</cp:revision>
  <dcterms:created xsi:type="dcterms:W3CDTF">2026-07-26T17:26:48Z</dcterms:created>
  <dcterms:modified xsi:type="dcterms:W3CDTF">2026-07-29T05:23:39Z</dcterms:modified>
</cp:coreProperties>
</file>